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学院AI辅导员系统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项目汇报方案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320040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C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RAG知识库  |  微信公众号  |  智能问答  |  数字化转型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097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0" y="1298448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97280" y="1627632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627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6276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97280" y="2157984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157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215798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核心功能介绍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14800" y="2359152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97280" y="2688336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688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268833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技术实现方案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14800" y="2889504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97280" y="3218688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218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321868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运营保障方案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114800" y="3419856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97280" y="374904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1640" y="3749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预算估算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114800" y="3950208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97280" y="4279392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279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91640" y="42793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14800" y="448056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项目背景与目标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现状痛点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学生咨询需求分散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奖助学金、宿舍、请假、消三比...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辅导员工作繁重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重复性咨询占用大量时间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回复不及时、标准程度低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学生难以快速获取准确信息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发展机遇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高校数字化转型加速推进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学生已习惯通过微信获取服务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AI技术成熟度已达实用水平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RAG技术有效提升回答准确率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微信公众号覆盖率高、触达快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项目目标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A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基于RAG知识库的智能问答机器人，7×24小时即时响应，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减轻辅导员工作负担，提升学生满意度，实现服务标准化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系统架构设计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6FFFA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E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接入层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  |  Web管理后台  |  API接口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业务层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  |  RAG检索  |  AI回答生成  |  转人工处理  |  知识库管理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AF5FF"/>
          </a:solidFill>
          <a:ln w="25400">
            <a:solidFill>
              <a:srgbClr val="805A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3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 数据层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ChromaDB向量库  |  文档存储  |  配置管理  |  缓存服务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系统工作流程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2588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通过微信公众号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发送问题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19456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2588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判断问题类型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奖助学金/宿舍/消三比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828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93192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检索相关内容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828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66928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32588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1828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40664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0" y="132588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0664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智能回复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980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返回答案或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转接人工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复杂问题转人工流程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当AI判断为复杂问题时 → 自动推送对应老师联系方式 → 张老师(奖助学金)/李老师(宿舍)/王老师(消三比)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核心功能介绍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即时问答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学生输入问题，系统3秒内返回答案，支持模糊查询和语义理解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928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554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自动识别5类问题：奖助学金/宿舍/消三比/转人工/其他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514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RAG知识库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2834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基于ChromaDB向量数据库，支持PDF/Word文档解析和语义检索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514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6928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AI解答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2834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 API驱动，结合知识库生成准确、专业的回答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794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7160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公告推送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4114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自动抓取学校官网公告，实时更新知识库内容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794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66928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转人工服务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69280" y="4114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复杂问题无缝转接对应辅导员，确保服务闭环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知识库内容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🏅 奖助学金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国家奖学金、助学金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勤工俭学、助学贷款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宿舍管理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宿舍分配、调换申请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卫生检查、违规处理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请假制度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请假类型、审批流程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证明材料、补办规定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274320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消三比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学业预警、心理排查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违纪处理等三比内容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26080"/>
            <a:ext cx="274320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教务相关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328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选课、转专业、休学复学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考试安排、成绩查询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74320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💼 就业指导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简历制作、面试技巧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招聘信息、签约流程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技术实现方案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技术组件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FastAPI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高性能Python异步框架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向量数据库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ChromaDB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轻量级向量数据库，支持语义检索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嵌入模型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sentence-transformers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文本向量化，支持中文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AI模型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xAI Grok-2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强大的对话生成能力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微信公众号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公众平台API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消息接收与回复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文档解析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PDF/Word Parser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支持政策文件导入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网页抓取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BeautifulSoup4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学校公告自动抓取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技术组件                    选型方案                        说明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技术优势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480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跨平台支持（Windows/macOS/Linux）  |  轻量级部署  |  易于扩展  |  低运维成本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运营保障方案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知识库运营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专人负责知识库日常更新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定期审核答案准确率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收集学生反馈持续优化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3212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数据监控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实时监控服务可用性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分析高频问题分布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定期生成运营报告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3444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内置敏感词过滤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回答内容审核机制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敏感问题自动转人工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3212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运维保障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多副本部署容灾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自动故障检测恢复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7×24小时技术支持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预算估算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B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¥30,900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API调用量：有限额度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服务器：基础配置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知识库规模：500条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适用：小规模试点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743200" cy="4572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299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¥64,500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246888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API调用量：标准额度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服务器：中等配置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知识库规模：2000条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适用：规模运营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激进型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¥99,000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246888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API调用量：无限额度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服务器：高可用配置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知识库规模：无限扩展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适用：全量上线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建议：初期采用保守型方案（¥30,900/季度），3-6个月后根据运营数据切换至均衡型方案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实施计划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第1-4周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筹备与部署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完成微信公众号认证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服务器环境搭建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系统部署与调试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初始知识库建设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14300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第5-8周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试点运营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11880" y="251460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65176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小范围试点运行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收集用户反馈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知识库持续优化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系统稳定性监控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14300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第9-12周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全面上线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251460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65176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全量学生开放使用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运营数据分析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功能迭代优化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长期运维体系建立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关键里程碑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第4周完成内测  →  第8周试点反馈  →  第12周全量上线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提升效率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7×24小时即时响应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减轻负担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减少60%重复咨询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服务标准化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统一回答口径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64592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数据驱动迭代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A407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合作模式：技术支持 + 知识库共建 + 持续运营服务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D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共同打造智能化、人性化的校园服务新体验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572000"/>
            <a:ext cx="9144000" cy="2743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感谢各位领导的支持与指导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附录：待完成事项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待完成事项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微信公众号凭证配置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AppID / AppSecret / Token / AESKey 待填写真实凭证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服务部署启动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端口8000待启动服务，配置公网访问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知识库初始化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补充完善各品类知识内容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FF4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FastAPI + ChromaDB RAG 知识库架构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5类意图识别（奖助学金/宿舍/消三比/转人工/其他）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Grok-2 API AI解答功能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转人工功能（张老师/李老师/王老师联系方式）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PDF/Word 文档解析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学校公告自动抓取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跨平台支持（Windows/macOS/Linux）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学院信息化办公室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学院AI辅导员项目汇报</dc:title>
  <dc:subject>智慧校园服务建设方案</dc:subject>
  <dc:creator>AI辅导员团队</dc:creator>
  <cp:lastModifiedBy>AI辅导员团队</cp:lastModifiedBy>
  <cp:revision>1</cp:revision>
  <dcterms:created xsi:type="dcterms:W3CDTF">2026-04-25T14:49:14Z</dcterms:created>
  <dcterms:modified xsi:type="dcterms:W3CDTF">2026-04-25T14:49:14Z</dcterms:modified>
</cp:coreProperties>
</file>