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7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学院AI辅导员系统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智慧校园服务新体验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D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RAG知识库  |  💬 智能问答  |  📢 微信公众号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项目背景与目标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痛点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学生咨询需求分散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辅导员工作繁重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回复不及时、标准化程度低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趋势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高校数字化转型加速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学生习惯通过微信获取服务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AI技术成熟度已达到实用水平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2B579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解决方案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基于RAG知识库的智能问答机器人，7×24小时即时响应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D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目标：减轻辅导员工作负担，提升学生满意度，实现服务标准化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系统架构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8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RAG知识库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7大类别105条知识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向量匹配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大语言模型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理解学生问题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生成准确回答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支持多轮对话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微信公众号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无需下载APP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微信内即可使用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工作流程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38404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57575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19456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8404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57575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4904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LLM推理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8404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57575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352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38404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57575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B579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智能回答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知识库内容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🏅 奖助学金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国家奖学金、助学金、勤工俭学、助学贷款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宿舍管理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宿舍分配、调换申请、卫生检查、违规处理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请假制度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请假类型、审批流程、证明材料、补办规定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488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消三比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学业预警、心理排查、违纪处理等三比内容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教务相关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选课、转专业、休学复学、考试安排、成绩查询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💼 就业指导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简历制作、面试技巧、招聘信息、签约流程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526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FAQ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常见问题汇总，涵盖校园生活各方面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1612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即时问答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904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学生输入问题，3秒内返回答案，支持模糊查询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0756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智能纠错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048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自动识别错别字和表达不清的问题，引导正确提问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政策推送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192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主动推送最新通知（奖学金申请、假期安排等）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9044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2336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复杂问题无缝转接辅导员，确保服务闭环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8188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1480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记录高频问题，为辅导员提供决策参考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预期效果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人力解放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减少辅导员日常咨询工作量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88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满意度提升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学生满意度预计提升至95%以上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2004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5760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全天候服务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随时随地即时响应学生问题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2004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54880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服务可用性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多副本部署，自动故障转移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技术亮点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1612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RAG检索增强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904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结合向量检索与关键词匹配，答案准确率行业领先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0756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048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可视化知识库配置，支持一键更新和版本管理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192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内置敏感词过滤和回答审核机制，确保输出合规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9044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容灾备份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2336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多副本部署，自动故障转移，服务可用性99.9%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8188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微信生态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1480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无缝对接微信公众号，无需学生额外安装软件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57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下一步计划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98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知识库建设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完成知识库建设和内部测试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544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小范围试点，收集反馈优化体验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5544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5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全量上线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全量上线，持续迭代知识库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A407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合作模式：技术支持 + 知识库共建 + 持续运营服务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学院AI辅导员系统介绍</dc:title>
  <dc:subject>智慧校园服务新体验</dc:subject>
  <dc:creator>AI辅导员团队</dc:creator>
  <cp:lastModifiedBy>AI辅导员团队</cp:lastModifiedBy>
  <cp:revision>1</cp:revision>
  <dcterms:created xsi:type="dcterms:W3CDTF">2026-04-23T21:26:36Z</dcterms:created>
  <dcterms:modified xsi:type="dcterms:W3CDTF">2026-04-23T21:26:36Z</dcterms:modified>
</cp:coreProperties>
</file>