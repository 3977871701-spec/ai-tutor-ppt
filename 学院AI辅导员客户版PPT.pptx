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22860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智能服务学生新方式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RAG知识库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7×24服务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客户版解决方案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8072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94760" y="548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学校学生服务现状与痛点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548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AI辅导员系统介绍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技术架构与核心流程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五大核心功能详解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学校办事指南与文件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转人工机制与服务稳定性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9476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效果预估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效率提升与成本节省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预算方案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三档方案详细对比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9476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三阶段里程碑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落地模式与服务保障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学校学生服务现状与痛点分析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😫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咨询量大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人均100+/天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辅导员每天需处理数百次重复性咨询，问题类型集中但耗时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响应不及时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平均等待4-8h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学生等待回复时间长，尤其在非工作时间无法及时获取信息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5+系统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奖助学金、宿舍、教务等政策文件分散在不同系统和网站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4612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949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8952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满意度&lt;70%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学生获取信息困难，辅导员工作压力大，双方体验均需改善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行业趋势与政策背景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教育数字化战略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教育部《教育信息化2.0行动计划》全面实施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智慧校园建设纳入高校评估核心指标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AI赋能教育教学成为政策重点方向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学生行为变化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95后/00后学生完全习惯移动端获取服务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微信日均使用时长超过4小时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即时响应成为学生基本诉求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AI技术成熟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大语言模型推理能力达到专家水平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RAG技术实现知识库精准检索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落地成本大幅降低，ROI显著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1A4B8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结论：AI辅导员系统完美契合政策导向、技术趋势与学生需求，是智慧校园建设的最优切入点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解决方案核心价值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A4B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"7×24小时即时响应 · 知识库精准解答 · 复杂问题无缝转接"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基于RAG知识库的智能问答机器人，嵌入学校微信公众号，学生无需下载任何APP，对话即可获取学校文件与办事流程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AI自动解答常见问题，辅导员专注于复杂任务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604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减少重复性人力投入，降低服务运营成本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😊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体验改善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学生随时获取即时服务，满意度显著提升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122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可量化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积累服务数据，为管理决策提供参考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AI辅导员是什么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学院AI辅导员系统是一套基于RAG（检索增强生成）技术的智能问答解决方案，通过学校微信公众号这个学生日常使用最高频的入口，为学生提供7×24小时的校园事务智能问答服务。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与传统方式的对比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传统方式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学生需记忆多个系统入口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问题咨询需等待老师回复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非工作时间无法获取服务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信息更新不同步导致误导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辅导员重复回答同一问题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AI辅导员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微信公众号一键触达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3秒内即时智能响应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7×24全天候不间断服务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知识库集中管理实时更新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同一问题只回答一次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AI辅导员能做什么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奖助学金咨询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国家奖学金、助学金、勤工俭学、助学贷款等各类奖助政策的申请条件、流程、材料清单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奖学金申请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助学金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宿舍事务办理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调换宿舍、退宿办理、住宿申请、宿舍费用查询等宿舍相关全流程指引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退宿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消三比达标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消三比达标标准查询、预警消除申请流程、学业/综素/宿舍卫生各维度说明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学业预警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其他校园事务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请假流程、户籍办理、成绩证明、毕业手续等各类常见校园事务咨询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智能闲聊互动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友好的开场白和寒暄响应，提供有温度的服务体验，增强学生使用意愿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7033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一键转人工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0060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复杂问题或AI无法解答时，自动转接对应部门老师，提供姓名、电话、部门信息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8932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46" name="Text 44"/>
          <p:cNvSpPr/>
          <p:nvPr/>
        </p:nvSpPr>
        <p:spPr>
          <a:xfrm>
            <a:off x="598932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联系老师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AI回复生成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转人工处理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26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ChromaDB知识库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向量嵌入模型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学校文档库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862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4592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FastAPI服务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学校公告抓取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数据流：学生消息 → 微信公众号 → FastAPI → 意图识别 → RAG检索 → LLM生成 → 微信回复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学生通过微信公众号发送问题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29968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9968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21408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21408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AI识别5大类意图：奖助学金/宿舍/消三比/其他/闲聊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3016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85616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4256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85616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77056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77056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ChromaDB向量检索，匹配最相关的知识文档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85816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41264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089904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41264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32704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32704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Grok-2大模型结合知识库生成专业回答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41464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96912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45552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552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96912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88352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智能回复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88352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3秒内通过微信推送精准答案给学生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841248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转人工流程（复杂问题兜底）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当学生请求转人工 / AI置信度低 / 系统判定为复杂问题时 → 自动推送对应部门老师联系方式（姓名+电话+负责领域）→ 学生可直接致电或前往办理 → 全程服务闭环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功能一：意图识别引擎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奖学金,助学金,助学贷款,贫困生,补贴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国家助学金/奖学金/励志奖学金等申请条件、流程、材料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48256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9464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569464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48256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宿舍相关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9696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39696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宿舍,床位,住宿,调换,退宿,退房,寝室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39696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调换宿舍、退宿办理、住宿申请等流程指引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30752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30752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192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消三比,三比,达标,预警,学分,绩点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22192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消三比达标标准、预警消除申请流程说明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13248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34456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934456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13248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其他办事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4688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请假,成绩,证明,毕业,户籍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04688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请假制度、成绩证明、毕业手续等咨询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95744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616952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95744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闲聊/其他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87184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87184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你好,您好,在吗,hi,hello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87184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问候语响应及友好交互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29768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技术实现：基于关键词匹配 + 语义理解的双层识别机制，支持同义词扩展和模糊匹配，识别准确率≥95%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功能二：RAG检索增强知识库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支持PDF/Word/TXT等格式，自动提取文本内容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智能分chunk，保留语义完整性，便于精准检索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向量嵌入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多语言模型paraphrase-multilingual-MiniLM-L12-v2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ChromaDB存储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向量数据库持久化存储，支持高速相似度检索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4904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学生问题转向量，最匹配Top-K文档召回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LLM生成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Grok-2结合检索内容生成准确、专业的回答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优势：答案基于学校官方文件，回答准确可信；支持增量更新，文件修改后一键同步；跨平台部署，Windows/Mac/Linux均可运行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功能三：AI智能解答（Grok-2大模型）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模型能力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强大的中文语义理解能力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专业领域知识问答专家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支持多轮对话上下文记忆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生成内容结构清晰、表达专业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可处理复杂模糊问题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Fallback机制保障服务可用性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50876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回答示例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9659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学生：国家助学金怎么申请？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国家助学金申请指南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申请条件：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家庭经济困难、学习良好、无违纪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资助标准：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3000-5000元/年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申请流程：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9月系统申请 → 准备材料 → 辅导员审核 → 学院公示3天 → 10月发放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服务保障：多级Fallback机制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当Grok-2 API不可用时 → 自动切换到本地RAG直答模式 → 即使API完全故障，知识库内容仍可直接返回，确保服务不中断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功能四：转人工服务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触发转人工的三大场景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学生主动要求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学生回复"转人工"、"找老师"等关键词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AI置信度低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知识库无匹配结果或匹配度低于阈值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涉及多个部门或需要人工判断的综合性问题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已配置老师联系方式（3位）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张老师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学生工作办公室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010-12345678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奖助学金,助学贷款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李老师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宿舍管理办公室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010-23456789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宿舍调整,退宿,住宿申请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王老师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教务办公室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010-34567890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消三比,成绩单,学籍证明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功能五：学校公告自动抓取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 定时从学校官网、学工处、研究生院等抓取最新公告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支持多种数据源：RSS订阅、HTTP抓取、JSON接口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📂 自动分类：奖助学金/宿舍/教务/就业等类别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🧹 自动去重：基于标题+时间戳去重，避免重复入库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 可配置抓取频率：每小时/每天/每周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日志记录：每次抓取结果可查、可追溯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5087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多种数据导入方式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1965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文件上传：PDF/Word/TXT/JSON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240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URL抓取：网页链接直接导入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514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RSS订阅：自动订阅并更新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批量导入：文件夹一键批量处理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063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API接口：与其他系统对接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3337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手动录入：后台直接添加文本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🗂️ 知识库管理后台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支持增删改查、可视化配置、版本管理、批量操作、导出备份，老师无需编程即可自主维护知识库内容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➕ 添加知识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76272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2176272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编辑内容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03904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3803904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🗑️ 删除过期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31536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5431536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导出备份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168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统计分析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已集成的学校办事指南与政策文件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奖助学金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国家助学金申请指南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申请条件、奖励标准、申请流程、时间节点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国家奖学金评定办法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评定条件、奖励标准8000元/年、申请流程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国家励志奖学金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资助对象5000元/年、申请条件、评审流程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勤工俭学管理办法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岗位申请、工资标准、工作要求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宿舍管理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调换宿舍办理流程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申请条件、办理流程、审批时限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退宿办理指南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毕业退宿流程、押金退还、注意事项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住宿申请须知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90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新生申请、老生续租、选房规则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534924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消三比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57607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5833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108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学业进度80%+、综素活动10次+、宿舍80分+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57607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09160" y="5833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消三比预警消除流程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6108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学业预警/综素预警/宿舍预警各自消除流程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知识库内容（续）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其他办事指南与政策文件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其他校园事务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请假制度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请假类型、审批流程、证明材料、补办规定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成绩单办理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中英文成绩单、在读证明、学籍证明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户籍办理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户籍迁移、借出、归还流程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毕业手续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离校手续、毕业证领取、档案转递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教务相关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选课指南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选课时间、选课规则、补退选流程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转专业办法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申请条件、考核流程、时间安排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休学复学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90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休学申请、复学手续、学籍保留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4B8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知识类别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274320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文档数量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84632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老师配置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服务时间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114300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转人工兜底机制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AI无法解答时自动转人工，不推诿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3位老师按专长分工，覆盖主要事务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转人工消息包含姓名+电话+部门+专长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工作时间电话即拨即通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非工作时间引导至值班老师或工单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78808" y="11430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服务稳定性保障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FastAPI异步架构，支持高并发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多级Fallback：API→RAG直答→知识库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ChromaDB本地持久化，数据不丢失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系统日志完整，可追溯每条问答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健康检查接口，实时监控服务状态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13448" y="11430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01344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内容安全与合规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回答内容基于学校官方文件，准确可信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敏感词过滤机制，防止不当内容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知识库权限分级，管理员/普通用户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用户数据隔离，不泄露学生隐私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微信官方API接入，安全合规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服务可用性承诺：系统故障2小时内响应，知识库更新2工作日内完成，技术支持7×24小时在线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效果预估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效率提升与成本节省测算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咨询自动化率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常见问题由AI直接解答，无需人工介入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学生满意度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即时响应+精准答案，学生体验显著提升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116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人力节省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辅导员日常咨询工作量减少六成，可专注复杂事务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平均响应时间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学生提问后3秒内获得答案，告别等待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4B8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成本节省测算（以10000名学生规模为例）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¥50万+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传统模式年成本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¥9.4万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AI辅导员年成本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¥40万+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年度节省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3-6个月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投资回报周期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三档方案，满足不同规模与预算需求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小型院校/试点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¥2,555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Gemini 1.5 Flash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基础功能部署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标准知识库配置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1个微信公众号接入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基础技术支持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月度知识库更新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Q&amp;A报表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不支持私有化部署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不支持定制开发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不提供现场服务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27832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59352" y="73152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959352" y="731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27832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27832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中型院校/标准需求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27832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¥23,530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27832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02152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通义千问Plus API（中文最优）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完整功能部署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高级知识库配置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3个公众号接入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优先技术支持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4992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周度知识库更新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详细数据报表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4992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转人工工单系统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64992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学校公告自动抓取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64992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不支持私有化部署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64992" y="5532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有限定制开发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81344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81344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81344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大型院校/深度需求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81344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¥29,783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181344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55664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5"/>
          <p:cNvSpPr/>
          <p:nvPr/>
        </p:nvSpPr>
        <p:spPr>
          <a:xfrm>
            <a:off x="6318504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Kimi API（国产高性价比）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18504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全功能+私有化部署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18504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无限公众号接入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18504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7×24专属技术支持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18504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实时知识库更新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18504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高级数据分析平台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18504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多角色权限管理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18504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与学校系统对接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18504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AI模型微调优化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18504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季度现场培训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价格包含成本+服务费（服务费比例30%）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费用构成明细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本方案基于6,000月活用户测算（15次查询/月 × 1,500 tokens/查询）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4B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34416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441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¥11,640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¥16,200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28216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7282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云服务器+带宽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¥1,350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11226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122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运营维护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¥760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496312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496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知识库更新费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88036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880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1168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8056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944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264408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264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成本合计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01168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¥1,965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8056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¥18,100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¥22,910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64845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6484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服务费（30%）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01168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¥590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48056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¥5,430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¥6,873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032504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0325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对外报价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011680" y="4032504"/>
            <a:ext cx="2148840" cy="384048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¥2,555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480560" y="4032504"/>
            <a:ext cx="2148840" cy="384048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¥23,530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949440" y="4032504"/>
            <a:ext cx="2148840" cy="384048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¥29,783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74320" y="457200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服务费为我们赚取的利润（30%），用于持续优化服务与技术研发 | 成本明细公开透明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三阶段里程碑，整体周期约6-8周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部署与适配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服务器环境准备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云服务器或本地服务器部署准备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微信公众号配置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AppID/Secret/Token/AESKey配置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知识库初始化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学校文件PDF/Word解析入库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基础功能测试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问答、转人工、意图识别测试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定制与优化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4612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第3-5周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知识库内容扩充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071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根据学校情况补充更多办事指南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341071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老师联系方式配置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1071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按实际部门配置转接规则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341071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回答质量优化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1071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调优Prompt，提升回答准确率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内测与反馈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1071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邀请辅导员和学生内测，收集反馈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上线与运营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7220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第6-8周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正式上线发布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3679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全量开放给全校学生使用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633679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持续知识库运营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3679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定期更新文件、补充新内容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633679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效果跟踪分析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3679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统计问答量、满意度、转人工率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633679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迭代优化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3679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基于数据持续优化系统效果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落地模式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SaaS云服务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我方托管在云端，学校无需服务器，快速接入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适合：快速上线、无IT团队的院校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部署在学校自有服务器，数据完全自主掌控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适合：对数据安全有要求、有IT运维团队的院校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混合部署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核心数据本地，知识库云端，兼顾安全与灵活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适合：大型院校、特殊合规要求的院校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服务保障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服务周期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合同期1年起，期满自动续约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146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1460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运维支持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7×24小时技术支持，故障2小时内响应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知识库运营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协助知识库更新维护，不额外收费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1228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228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1228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培训服务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提供操作培训视频和文档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27432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7×24即时响应，彻底解决学生"等待难"问题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RAG知识库精准解答，答案基于学校官方文件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5大意图全覆盖，奖助学金/宿舍/消三比等全涵盖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转人工兜底机制，服务闭环有保障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微信公众号入口，学生无需下载，即开即用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未来升级方向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多模态交互（图片/语音）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Agent智能体自动化办事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与教务/宿管系统深度对接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学生画像与个性化服务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期待与贵校携手，共建智慧校园服务新体验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AI辅导员项目组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3977871701@qq.com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13825850878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13825850878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AI辅导员项目组 · 保留所有权利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AI辅导员项目组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学院AI辅导员系统介绍</dc:title>
  <dc:subject>智能服务学生新方式</dc:subject>
  <dc:creator>AI辅导员团队</dc:creator>
  <cp:lastModifiedBy>AI辅导员团队</cp:lastModifiedBy>
  <cp:revision>1</cp:revision>
  <dcterms:created xsi:type="dcterms:W3CDTF">2026-04-26T07:01:10Z</dcterms:created>
  <dcterms:modified xsi:type="dcterms:W3CDTF">2026-04-26T07:01:10Z</dcterms:modified>
</cp:coreProperties>
</file>